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(₹)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3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B-2003 missing</c:v>
                  </c:pt>
                  <c:pt idx="1">
                    <c:v>L-2005 ledger-only</c:v>
                  </c:pt>
                  <c:pt idx="2">
                    <c:v>B-2002 mismatch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49999</c:v>
                </c:pt>
                <c:pt idx="1">
                  <c:v>18000</c:v>
                </c:pt>
                <c:pt idx="2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3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LedgerLens in one line: it compares bank and accounting ledgers, and explains the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with bank_test_2.csv and ledger_test_2.csv from data/sample.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LedgerLens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financial reconciliation: find what’s wrong, what matters most, and why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ExaThon India 2026  |  Shourya Singh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is slow, and every mismatch looks equal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matching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compare bank and ledger exports line by 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prioritization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383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₹500 slip and a ₹49,999 missing payment sit in the same list.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920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answers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83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flag a difference but rarely say why it happened.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is built to fix all three.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LedgerLens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and ledger CSVs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2860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611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missing and mismatched transactions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2860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611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issues by financial impact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52560" y="20116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22860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611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root causes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through one API call: POST /api/reconciliation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8 records in, 3 issues 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compared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(5 of 8)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₹68,499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5778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B-2003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from ledger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₹49,999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L-2005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Ledger-only entry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B-2002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mismatch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by money at risk, not by row order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64592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92024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grouping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issues are clustered so one fix can clear several rows.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carries a plain-language reason, so a reviewer can trust it.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product: four focused pages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Center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and a summary of the latest run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68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two CSVs and run the match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Queue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sorted by priority, with search and detail view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explanations behind the issues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Router, TypeScript, React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 for CSV reconciliation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as the analytical database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52560" y="182880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74320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for the web app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runs locally for now; a hosted connection is the next step for the deployed app.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5564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00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authentication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002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User roles exist as a front-end prototype; secure server-side auth comes next.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971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Exasol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9718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deployed app to a hosted database or backend service.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49884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98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43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activity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43434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user management and audit trail across all users.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LedgerLens: reconcile faster, fix what matters first, understand why.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LedgerLens</dc:title>
  <dc:subject>PptxGenJS Presentation</dc:subject>
  <dc:creator>Shourya Singh</dc:creator>
  <cp:lastModifiedBy>Shourya Singh</cp:lastModifiedBy>
  <cp:revision>1</cp:revision>
  <dcterms:created xsi:type="dcterms:W3CDTF">2026-10-31T18:17:12Z</dcterms:created>
  <dcterms:modified xsi:type="dcterms:W3CDTF">2026-10-31T18:17:12Z</dcterms:modified>
</cp:coreProperties>
</file>